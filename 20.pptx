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21"/>
          <p:cNvSpPr/>
          <p:nvPr/>
        </p:nvSpPr>
        <p:spPr>
          <a:xfrm>
            <a:off x="0" y="0"/>
            <a:ext cx="916128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1014480" y="2858400"/>
            <a:ext cx="6783840" cy="160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5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Заголовок</a:t>
            </a:r>
            <a:br>
              <a:rPr sz="5400"/>
            </a:br>
            <a:r>
              <a:rPr lang="ru-RU" sz="5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заголовок</a:t>
            </a:r>
            <a:endParaRPr lang="en-US" sz="5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pic>
        <p:nvPicPr>
          <p:cNvPr id="4" name="Рисунок 27"/>
          <p:cNvPicPr/>
          <p:nvPr/>
        </p:nvPicPr>
        <p:blipFill>
          <a:blip r:embed="rId2"/>
          <a:stretch/>
        </p:blipFill>
        <p:spPr>
          <a:xfrm>
            <a:off x="744120" y="764640"/>
            <a:ext cx="1187280" cy="1187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Прямоугольник 28"/>
          <p:cNvSpPr/>
          <p:nvPr/>
        </p:nvSpPr>
        <p:spPr>
          <a:xfrm>
            <a:off x="744120" y="2558880"/>
            <a:ext cx="104400" cy="2707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" name="Прямоугольник 29"/>
          <p:cNvSpPr/>
          <p:nvPr/>
        </p:nvSpPr>
        <p:spPr>
          <a:xfrm>
            <a:off x="7291440" y="228960"/>
            <a:ext cx="661680" cy="69444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" name="Прямоугольник 30"/>
          <p:cNvSpPr/>
          <p:nvPr/>
        </p:nvSpPr>
        <p:spPr>
          <a:xfrm>
            <a:off x="7938720" y="-28080"/>
            <a:ext cx="1222560" cy="12830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" name="Прямоугольник 31"/>
          <p:cNvSpPr/>
          <p:nvPr/>
        </p:nvSpPr>
        <p:spPr>
          <a:xfrm>
            <a:off x="7542000" y="644040"/>
            <a:ext cx="954000" cy="100116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" name="Прямоугольник 32"/>
          <p:cNvSpPr/>
          <p:nvPr/>
        </p:nvSpPr>
        <p:spPr>
          <a:xfrm>
            <a:off x="8102160" y="516924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" name="Прямоугольник 33"/>
          <p:cNvSpPr/>
          <p:nvPr/>
        </p:nvSpPr>
        <p:spPr>
          <a:xfrm>
            <a:off x="8403480" y="464688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" name="Прямоугольник 34"/>
          <p:cNvSpPr/>
          <p:nvPr/>
        </p:nvSpPr>
        <p:spPr>
          <a:xfrm>
            <a:off x="7800120" y="5664600"/>
            <a:ext cx="992520" cy="104184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" name="Прямоугольник 35"/>
          <p:cNvSpPr/>
          <p:nvPr/>
        </p:nvSpPr>
        <p:spPr>
          <a:xfrm>
            <a:off x="7018920" y="3948120"/>
            <a:ext cx="595080" cy="6246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" name="Прямоугольник 36"/>
          <p:cNvSpPr/>
          <p:nvPr/>
        </p:nvSpPr>
        <p:spPr>
          <a:xfrm>
            <a:off x="7429680" y="375444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" name="Прямоугольник 37"/>
          <p:cNvSpPr/>
          <p:nvPr/>
        </p:nvSpPr>
        <p:spPr>
          <a:xfrm>
            <a:off x="8262720" y="2514240"/>
            <a:ext cx="368640" cy="38700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" name="Прямоугольник 38"/>
          <p:cNvSpPr/>
          <p:nvPr/>
        </p:nvSpPr>
        <p:spPr>
          <a:xfrm>
            <a:off x="375120" y="596916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" name="Прямоугольник 39"/>
          <p:cNvSpPr/>
          <p:nvPr/>
        </p:nvSpPr>
        <p:spPr>
          <a:xfrm>
            <a:off x="7536600" y="609408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dt" idx="1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PermianSansTypeface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ftr" idx="2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sldNum" idx="3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lt1"/>
                </a:solidFill>
                <a:effectLst/>
                <a:uFillTx/>
                <a:latin typeface="PermianSansTypeface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DE2C19-DB1C-4E59-82D2-8D4458A6C2A0}" type="slidenum">
              <a:rPr lang="ru-RU" sz="12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2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8"/>
          <p:cNvSpPr/>
          <p:nvPr/>
        </p:nvSpPr>
        <p:spPr>
          <a:xfrm>
            <a:off x="628560" y="2177280"/>
            <a:ext cx="369396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" name="Прямоугольник 9"/>
          <p:cNvSpPr/>
          <p:nvPr/>
        </p:nvSpPr>
        <p:spPr>
          <a:xfrm>
            <a:off x="4821120" y="2177280"/>
            <a:ext cx="369396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" name="Прямоугольник 11"/>
          <p:cNvSpPr/>
          <p:nvPr/>
        </p:nvSpPr>
        <p:spPr>
          <a:xfrm>
            <a:off x="1971720" y="1937520"/>
            <a:ext cx="100800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" name="Прямоугольник 12"/>
          <p:cNvSpPr/>
          <p:nvPr/>
        </p:nvSpPr>
        <p:spPr>
          <a:xfrm>
            <a:off x="6125760" y="1882800"/>
            <a:ext cx="108468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820800" y="2846880"/>
            <a:ext cx="3224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820800" y="3670560"/>
            <a:ext cx="32241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body"/>
          </p:nvPr>
        </p:nvSpPr>
        <p:spPr>
          <a:xfrm>
            <a:off x="5011920" y="2846880"/>
            <a:ext cx="3224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body"/>
          </p:nvPr>
        </p:nvSpPr>
        <p:spPr>
          <a:xfrm>
            <a:off x="5011920" y="3670560"/>
            <a:ext cx="32241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8"/>
          <p:cNvSpPr/>
          <p:nvPr/>
        </p:nvSpPr>
        <p:spPr>
          <a:xfrm>
            <a:off x="62856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2" name="Прямоугольник 9"/>
          <p:cNvSpPr/>
          <p:nvPr/>
        </p:nvSpPr>
        <p:spPr>
          <a:xfrm>
            <a:off x="345492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3" name="Прямоугольник 10"/>
          <p:cNvSpPr/>
          <p:nvPr/>
        </p:nvSpPr>
        <p:spPr>
          <a:xfrm>
            <a:off x="628092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4" name="Прямоугольник 11"/>
          <p:cNvSpPr/>
          <p:nvPr/>
        </p:nvSpPr>
        <p:spPr>
          <a:xfrm>
            <a:off x="1310400" y="1937520"/>
            <a:ext cx="87048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5" name="Прямоугольник 12"/>
          <p:cNvSpPr/>
          <p:nvPr/>
        </p:nvSpPr>
        <p:spPr>
          <a:xfrm>
            <a:off x="4136400" y="1882800"/>
            <a:ext cx="87048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6" name="Прямоугольник 13"/>
          <p:cNvSpPr/>
          <p:nvPr/>
        </p:nvSpPr>
        <p:spPr>
          <a:xfrm>
            <a:off x="6962760" y="1882800"/>
            <a:ext cx="870480" cy="83448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 type="body"/>
          </p:nvPr>
        </p:nvSpPr>
        <p:spPr>
          <a:xfrm>
            <a:off x="771480" y="284688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 type="body"/>
          </p:nvPr>
        </p:nvSpPr>
        <p:spPr>
          <a:xfrm>
            <a:off x="771480" y="3670560"/>
            <a:ext cx="19497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 type="body"/>
          </p:nvPr>
        </p:nvSpPr>
        <p:spPr>
          <a:xfrm>
            <a:off x="3596040" y="284688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 type="body"/>
          </p:nvPr>
        </p:nvSpPr>
        <p:spPr>
          <a:xfrm>
            <a:off x="3596040" y="3670560"/>
            <a:ext cx="19497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 type="body"/>
          </p:nvPr>
        </p:nvSpPr>
        <p:spPr>
          <a:xfrm>
            <a:off x="6420960" y="284364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 type="body"/>
          </p:nvPr>
        </p:nvSpPr>
        <p:spPr>
          <a:xfrm>
            <a:off x="6420960" y="3667680"/>
            <a:ext cx="194976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572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9144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3716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828800" indent="0" defTabSz="914400">
              <a:lnSpc>
                <a:spcPct val="10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Прямоугольник 8"/>
          <p:cNvSpPr/>
          <p:nvPr/>
        </p:nvSpPr>
        <p:spPr>
          <a:xfrm>
            <a:off x="50904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5" name="Прямоугольник 9"/>
          <p:cNvSpPr/>
          <p:nvPr/>
        </p:nvSpPr>
        <p:spPr>
          <a:xfrm>
            <a:off x="2578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6" name="Прямоугольник 10"/>
          <p:cNvSpPr/>
          <p:nvPr/>
        </p:nvSpPr>
        <p:spPr>
          <a:xfrm>
            <a:off x="4639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7" name="Прямоугольник 11"/>
          <p:cNvSpPr/>
          <p:nvPr/>
        </p:nvSpPr>
        <p:spPr>
          <a:xfrm>
            <a:off x="1103400" y="1937520"/>
            <a:ext cx="751680" cy="752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8" name="Прямоугольник 12"/>
          <p:cNvSpPr/>
          <p:nvPr/>
        </p:nvSpPr>
        <p:spPr>
          <a:xfrm>
            <a:off x="3172680" y="1882800"/>
            <a:ext cx="751680" cy="752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49" name="Прямоугольник 13"/>
          <p:cNvSpPr/>
          <p:nvPr/>
        </p:nvSpPr>
        <p:spPr>
          <a:xfrm>
            <a:off x="5234040" y="1882800"/>
            <a:ext cx="751680" cy="752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51600" y="284688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51600" y="3670560"/>
            <a:ext cx="168408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2719440" y="284688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2719440" y="3670560"/>
            <a:ext cx="168408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4779360" y="284364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4779360" y="3667680"/>
            <a:ext cx="168408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6" name="Прямоугольник 20"/>
          <p:cNvSpPr/>
          <p:nvPr/>
        </p:nvSpPr>
        <p:spPr>
          <a:xfrm>
            <a:off x="6709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7" name="Прямоугольник 21"/>
          <p:cNvSpPr/>
          <p:nvPr/>
        </p:nvSpPr>
        <p:spPr>
          <a:xfrm>
            <a:off x="7303680" y="1882800"/>
            <a:ext cx="751680" cy="7520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101520">
              <a:srgbClr val="f4001a">
                <a:alpha val="40000"/>
              </a:srgbClr>
            </a:glow>
            <a:outerShdw algn="tl" blurRad="50760" dir="2700000" dist="37674" rotWithShape="0">
              <a:srgbClr val="00000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8" name="PlaceHolder 8"/>
          <p:cNvSpPr>
            <a:spLocks noGrp="1"/>
          </p:cNvSpPr>
          <p:nvPr>
            <p:ph type="body"/>
          </p:nvPr>
        </p:nvSpPr>
        <p:spPr>
          <a:xfrm>
            <a:off x="6849360" y="284364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59" name="PlaceHolder 9"/>
          <p:cNvSpPr>
            <a:spLocks noGrp="1"/>
          </p:cNvSpPr>
          <p:nvPr>
            <p:ph type="body"/>
          </p:nvPr>
        </p:nvSpPr>
        <p:spPr>
          <a:xfrm>
            <a:off x="6849360" y="3667680"/>
            <a:ext cx="1684080" cy="290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рямоугольник 8"/>
          <p:cNvSpPr/>
          <p:nvPr/>
        </p:nvSpPr>
        <p:spPr>
          <a:xfrm>
            <a:off x="628560" y="2177280"/>
            <a:ext cx="369396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8560" y="5684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2" name="Прямоугольник 9"/>
          <p:cNvSpPr/>
          <p:nvPr/>
        </p:nvSpPr>
        <p:spPr>
          <a:xfrm>
            <a:off x="4821120" y="2177280"/>
            <a:ext cx="369396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820800" y="2360160"/>
            <a:ext cx="3224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20800" y="3367440"/>
            <a:ext cx="3224160" cy="320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body"/>
          </p:nvPr>
        </p:nvSpPr>
        <p:spPr>
          <a:xfrm>
            <a:off x="5011920" y="2360160"/>
            <a:ext cx="32241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body"/>
          </p:nvPr>
        </p:nvSpPr>
        <p:spPr>
          <a:xfrm>
            <a:off x="5011920" y="3367440"/>
            <a:ext cx="3224160" cy="320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Прямоугольник 8"/>
          <p:cNvSpPr/>
          <p:nvPr/>
        </p:nvSpPr>
        <p:spPr>
          <a:xfrm>
            <a:off x="62856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628560" y="56556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69" name="Прямоугольник 9"/>
          <p:cNvSpPr/>
          <p:nvPr/>
        </p:nvSpPr>
        <p:spPr>
          <a:xfrm>
            <a:off x="345492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0" name="Прямоугольник 10"/>
          <p:cNvSpPr/>
          <p:nvPr/>
        </p:nvSpPr>
        <p:spPr>
          <a:xfrm>
            <a:off x="6280920" y="2177280"/>
            <a:ext cx="22338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771480" y="218016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771480" y="3167280"/>
            <a:ext cx="19497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3596040" y="218016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3596040" y="3167280"/>
            <a:ext cx="19497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5" name="PlaceHolder 6"/>
          <p:cNvSpPr>
            <a:spLocks noGrp="1"/>
          </p:cNvSpPr>
          <p:nvPr>
            <p:ph type="body"/>
          </p:nvPr>
        </p:nvSpPr>
        <p:spPr>
          <a:xfrm>
            <a:off x="6420960" y="2177280"/>
            <a:ext cx="19497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6" name="PlaceHolder 7"/>
          <p:cNvSpPr>
            <a:spLocks noGrp="1"/>
          </p:cNvSpPr>
          <p:nvPr>
            <p:ph type="body"/>
          </p:nvPr>
        </p:nvSpPr>
        <p:spPr>
          <a:xfrm>
            <a:off x="6420960" y="3164040"/>
            <a:ext cx="1949760" cy="340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Прямоугольник 8"/>
          <p:cNvSpPr/>
          <p:nvPr/>
        </p:nvSpPr>
        <p:spPr>
          <a:xfrm>
            <a:off x="50904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628560" y="56556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79" name="Прямоугольник 9"/>
          <p:cNvSpPr/>
          <p:nvPr/>
        </p:nvSpPr>
        <p:spPr>
          <a:xfrm>
            <a:off x="2578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0" name="Прямоугольник 10"/>
          <p:cNvSpPr/>
          <p:nvPr/>
        </p:nvSpPr>
        <p:spPr>
          <a:xfrm>
            <a:off x="4639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51600" y="228708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body"/>
          </p:nvPr>
        </p:nvSpPr>
        <p:spPr>
          <a:xfrm>
            <a:off x="651600" y="3218040"/>
            <a:ext cx="168408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body"/>
          </p:nvPr>
        </p:nvSpPr>
        <p:spPr>
          <a:xfrm>
            <a:off x="2719440" y="228708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body"/>
          </p:nvPr>
        </p:nvSpPr>
        <p:spPr>
          <a:xfrm>
            <a:off x="2719440" y="3218040"/>
            <a:ext cx="168408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5" name="PlaceHolder 6"/>
          <p:cNvSpPr>
            <a:spLocks noGrp="1"/>
          </p:cNvSpPr>
          <p:nvPr>
            <p:ph type="body"/>
          </p:nvPr>
        </p:nvSpPr>
        <p:spPr>
          <a:xfrm>
            <a:off x="4779360" y="228420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6" name="PlaceHolder 7"/>
          <p:cNvSpPr>
            <a:spLocks noGrp="1"/>
          </p:cNvSpPr>
          <p:nvPr>
            <p:ph type="body"/>
          </p:nvPr>
        </p:nvSpPr>
        <p:spPr>
          <a:xfrm>
            <a:off x="4779360" y="3214800"/>
            <a:ext cx="168408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7" name="Прямоугольник 20"/>
          <p:cNvSpPr/>
          <p:nvPr/>
        </p:nvSpPr>
        <p:spPr>
          <a:xfrm>
            <a:off x="6709320" y="2177280"/>
            <a:ext cx="1929600" cy="4680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8" name="PlaceHolder 8"/>
          <p:cNvSpPr>
            <a:spLocks noGrp="1"/>
          </p:cNvSpPr>
          <p:nvPr>
            <p:ph type="body"/>
          </p:nvPr>
        </p:nvSpPr>
        <p:spPr>
          <a:xfrm>
            <a:off x="6849360" y="2284200"/>
            <a:ext cx="168408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89" name="PlaceHolder 9"/>
          <p:cNvSpPr>
            <a:spLocks noGrp="1"/>
          </p:cNvSpPr>
          <p:nvPr>
            <p:ph type="body"/>
          </p:nvPr>
        </p:nvSpPr>
        <p:spPr>
          <a:xfrm>
            <a:off x="6849360" y="3214800"/>
            <a:ext cx="1684080" cy="3356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0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9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9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43480" y="524880"/>
            <a:ext cx="27378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4020480" y="3037320"/>
            <a:ext cx="512316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841680" y="3037320"/>
            <a:ext cx="290448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4020480" y="0"/>
            <a:ext cx="5123160" cy="2699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4" name="Прямоугольник 10"/>
          <p:cNvSpPr/>
          <p:nvPr/>
        </p:nvSpPr>
        <p:spPr>
          <a:xfrm>
            <a:off x="0" y="0"/>
            <a:ext cx="168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Прямоугольник 9"/>
          <p:cNvSpPr/>
          <p:nvPr/>
        </p:nvSpPr>
        <p:spPr>
          <a:xfrm>
            <a:off x="0" y="0"/>
            <a:ext cx="46479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body"/>
          </p:nvPr>
        </p:nvSpPr>
        <p:spPr>
          <a:xfrm>
            <a:off x="4975920" y="992160"/>
            <a:ext cx="374328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45680" y="696600"/>
            <a:ext cx="3679920" cy="547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8" name="Прямоугольник 13"/>
          <p:cNvSpPr/>
          <p:nvPr/>
        </p:nvSpPr>
        <p:spPr>
          <a:xfrm>
            <a:off x="4898520" y="684720"/>
            <a:ext cx="389880" cy="388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  <p:sp>
        <p:nvSpPr>
          <p:cNvPr id="99" name="Прямоугольник 14"/>
          <p:cNvSpPr/>
          <p:nvPr/>
        </p:nvSpPr>
        <p:spPr>
          <a:xfrm>
            <a:off x="5598720" y="375840"/>
            <a:ext cx="220320" cy="21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0" name="Прямоугольник 15"/>
          <p:cNvSpPr/>
          <p:nvPr/>
        </p:nvSpPr>
        <p:spPr>
          <a:xfrm>
            <a:off x="7607520" y="6173280"/>
            <a:ext cx="220320" cy="21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Два объект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Прямоугольник 8"/>
          <p:cNvSpPr/>
          <p:nvPr/>
        </p:nvSpPr>
        <p:spPr>
          <a:xfrm>
            <a:off x="704880" y="1891080"/>
            <a:ext cx="195912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28560" y="565560"/>
            <a:ext cx="780696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r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936000" y="2196000"/>
            <a:ext cx="195948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4" name="Прямоугольник 13"/>
          <p:cNvSpPr/>
          <p:nvPr/>
        </p:nvSpPr>
        <p:spPr>
          <a:xfrm>
            <a:off x="3475440" y="1891080"/>
            <a:ext cx="195912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706200" y="2196000"/>
            <a:ext cx="195948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6" name="Прямоугольник 21"/>
          <p:cNvSpPr/>
          <p:nvPr/>
        </p:nvSpPr>
        <p:spPr>
          <a:xfrm>
            <a:off x="6245280" y="1928880"/>
            <a:ext cx="1959120" cy="41360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rgbClr val="00803b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7" name="PlaceHolder 4"/>
          <p:cNvSpPr>
            <a:spLocks noGrp="1"/>
          </p:cNvSpPr>
          <p:nvPr>
            <p:ph type="body"/>
          </p:nvPr>
        </p:nvSpPr>
        <p:spPr>
          <a:xfrm>
            <a:off x="6476400" y="2233800"/>
            <a:ext cx="1959480" cy="4106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66560" y="2548440"/>
            <a:ext cx="24055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2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09" name="Прямоугольник 7"/>
          <p:cNvSpPr/>
          <p:nvPr/>
        </p:nvSpPr>
        <p:spPr>
          <a:xfrm>
            <a:off x="3036960" y="-4680"/>
            <a:ext cx="6106680" cy="4286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3036960" y="4281480"/>
            <a:ext cx="6106680" cy="2576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3242520" y="457200"/>
            <a:ext cx="5531040" cy="334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ffffff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2" name="Прямоугольник 13"/>
          <p:cNvSpPr/>
          <p:nvPr/>
        </p:nvSpPr>
        <p:spPr>
          <a:xfrm>
            <a:off x="230400" y="2705760"/>
            <a:ext cx="220320" cy="21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3" name="Прямоугольник 14"/>
          <p:cNvSpPr/>
          <p:nvPr/>
        </p:nvSpPr>
        <p:spPr>
          <a:xfrm>
            <a:off x="8084520" y="324684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4" name="Прямоугольник 15"/>
          <p:cNvSpPr/>
          <p:nvPr/>
        </p:nvSpPr>
        <p:spPr>
          <a:xfrm>
            <a:off x="8385840" y="272448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15" name="Прямоугольник 16"/>
          <p:cNvSpPr/>
          <p:nvPr/>
        </p:nvSpPr>
        <p:spPr>
          <a:xfrm>
            <a:off x="7034760" y="375696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dt" idx="4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ftr" idx="5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6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4F2BBEE-4418-43FF-8A6C-D857F9BCFAA7}" type="slidenum">
              <a: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Прямоугольник 5"/>
          <p:cNvSpPr/>
          <p:nvPr/>
        </p:nvSpPr>
        <p:spPr>
          <a:xfrm>
            <a:off x="0" y="365040"/>
            <a:ext cx="9143640" cy="1325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28560" y="1851840"/>
            <a:ext cx="78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3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Прямоугольник 7"/>
          <p:cNvSpPr/>
          <p:nvPr/>
        </p:nvSpPr>
        <p:spPr>
          <a:xfrm>
            <a:off x="3036960" y="-4680"/>
            <a:ext cx="6106680" cy="6862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3" name="Прямоугольник 5"/>
          <p:cNvSpPr/>
          <p:nvPr/>
        </p:nvSpPr>
        <p:spPr>
          <a:xfrm>
            <a:off x="3598920" y="1015920"/>
            <a:ext cx="4982760" cy="480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body"/>
          </p:nvPr>
        </p:nvSpPr>
        <p:spPr>
          <a:xfrm>
            <a:off x="3682440" y="1149120"/>
            <a:ext cx="4815720" cy="4596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466560" y="3478680"/>
            <a:ext cx="2405520" cy="1744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title"/>
          </p:nvPr>
        </p:nvSpPr>
        <p:spPr>
          <a:xfrm>
            <a:off x="466560" y="2548440"/>
            <a:ext cx="24055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2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7" name="Прямоугольник 16"/>
          <p:cNvSpPr/>
          <p:nvPr/>
        </p:nvSpPr>
        <p:spPr>
          <a:xfrm>
            <a:off x="230400" y="2705760"/>
            <a:ext cx="220320" cy="21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8" name="Прямоугольник 17"/>
          <p:cNvSpPr/>
          <p:nvPr/>
        </p:nvSpPr>
        <p:spPr>
          <a:xfrm>
            <a:off x="8084520" y="574596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29" name="Прямоугольник 18"/>
          <p:cNvSpPr/>
          <p:nvPr/>
        </p:nvSpPr>
        <p:spPr>
          <a:xfrm>
            <a:off x="8385840" y="522360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0" name="Прямоугольник 19"/>
          <p:cNvSpPr/>
          <p:nvPr/>
        </p:nvSpPr>
        <p:spPr>
          <a:xfrm>
            <a:off x="7034760" y="625608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Объект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731880" y="839880"/>
            <a:ext cx="4841280" cy="113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2" name="Прямоугольник 7"/>
          <p:cNvSpPr/>
          <p:nvPr/>
        </p:nvSpPr>
        <p:spPr>
          <a:xfrm>
            <a:off x="7979400" y="5545080"/>
            <a:ext cx="1164240" cy="132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731880" y="2278800"/>
            <a:ext cx="7582320" cy="2959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0" y="5545080"/>
            <a:ext cx="7956720" cy="131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5" name="Прямоугольник 8"/>
          <p:cNvSpPr/>
          <p:nvPr/>
        </p:nvSpPr>
        <p:spPr>
          <a:xfrm>
            <a:off x="474840" y="323640"/>
            <a:ext cx="294120" cy="308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6" name="Прямоугольник 9"/>
          <p:cNvSpPr/>
          <p:nvPr/>
        </p:nvSpPr>
        <p:spPr>
          <a:xfrm>
            <a:off x="975600" y="0"/>
            <a:ext cx="446400" cy="4683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843480" y="524880"/>
            <a:ext cx="27378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 type="body"/>
          </p:nvPr>
        </p:nvSpPr>
        <p:spPr>
          <a:xfrm>
            <a:off x="1003320" y="2993760"/>
            <a:ext cx="271332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39" name="Прямоугольник 8"/>
          <p:cNvSpPr/>
          <p:nvPr/>
        </p:nvSpPr>
        <p:spPr>
          <a:xfrm>
            <a:off x="0" y="2993760"/>
            <a:ext cx="1002960" cy="2104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3717000" y="2993760"/>
            <a:ext cx="271332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430320" y="2993760"/>
            <a:ext cx="2713320" cy="210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2" name="PlaceHolder 5"/>
          <p:cNvSpPr>
            <a:spLocks noGrp="1"/>
          </p:cNvSpPr>
          <p:nvPr>
            <p:ph type="body"/>
          </p:nvPr>
        </p:nvSpPr>
        <p:spPr>
          <a:xfrm>
            <a:off x="1331280" y="53269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3" name="PlaceHolder 6"/>
          <p:cNvSpPr>
            <a:spLocks noGrp="1"/>
          </p:cNvSpPr>
          <p:nvPr>
            <p:ph type="body"/>
          </p:nvPr>
        </p:nvSpPr>
        <p:spPr>
          <a:xfrm>
            <a:off x="4044960" y="53269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4" name="PlaceHolder 7"/>
          <p:cNvSpPr>
            <a:spLocks noGrp="1"/>
          </p:cNvSpPr>
          <p:nvPr>
            <p:ph type="body"/>
          </p:nvPr>
        </p:nvSpPr>
        <p:spPr>
          <a:xfrm>
            <a:off x="6758640" y="53269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5" name="Прямоугольник 18"/>
          <p:cNvSpPr/>
          <p:nvPr/>
        </p:nvSpPr>
        <p:spPr>
          <a:xfrm>
            <a:off x="7429680" y="718200"/>
            <a:ext cx="461880" cy="484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6" name="Прямоугольник 19"/>
          <p:cNvSpPr/>
          <p:nvPr/>
        </p:nvSpPr>
        <p:spPr>
          <a:xfrm>
            <a:off x="8043840" y="1311120"/>
            <a:ext cx="334440" cy="35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7" name="Прямоугольник 20"/>
          <p:cNvSpPr/>
          <p:nvPr/>
        </p:nvSpPr>
        <p:spPr>
          <a:xfrm>
            <a:off x="668520" y="5713560"/>
            <a:ext cx="334440" cy="351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Прямоугольник 9"/>
          <p:cNvSpPr/>
          <p:nvPr/>
        </p:nvSpPr>
        <p:spPr>
          <a:xfrm>
            <a:off x="0" y="0"/>
            <a:ext cx="546336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5463720" y="0"/>
            <a:ext cx="3679920" cy="2945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5463720" y="2946240"/>
            <a:ext cx="3679920" cy="2452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body"/>
          </p:nvPr>
        </p:nvSpPr>
        <p:spPr>
          <a:xfrm>
            <a:off x="5463720" y="5399280"/>
            <a:ext cx="3679920" cy="1458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2" name="PlaceHolder 4"/>
          <p:cNvSpPr>
            <a:spLocks noGrp="1"/>
          </p:cNvSpPr>
          <p:nvPr>
            <p:ph type="body"/>
          </p:nvPr>
        </p:nvSpPr>
        <p:spPr>
          <a:xfrm>
            <a:off x="447480" y="2061000"/>
            <a:ext cx="4559400" cy="428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3" name="PlaceHolder 5"/>
          <p:cNvSpPr>
            <a:spLocks noGrp="1"/>
          </p:cNvSpPr>
          <p:nvPr>
            <p:ph type="title"/>
          </p:nvPr>
        </p:nvSpPr>
        <p:spPr>
          <a:xfrm>
            <a:off x="447480" y="560160"/>
            <a:ext cx="416376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4" name="Прямоугольник 10"/>
          <p:cNvSpPr/>
          <p:nvPr/>
        </p:nvSpPr>
        <p:spPr>
          <a:xfrm rot="5400000">
            <a:off x="26640" y="577224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5" name="Прямоугольник 13"/>
          <p:cNvSpPr/>
          <p:nvPr/>
        </p:nvSpPr>
        <p:spPr>
          <a:xfrm rot="5400000">
            <a:off x="869040" y="605736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6" name="Прямоугольник 14"/>
          <p:cNvSpPr/>
          <p:nvPr/>
        </p:nvSpPr>
        <p:spPr>
          <a:xfrm rot="5400000">
            <a:off x="458280" y="490896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Прямоугольник 9"/>
          <p:cNvSpPr/>
          <p:nvPr/>
        </p:nvSpPr>
        <p:spPr>
          <a:xfrm>
            <a:off x="8186040" y="0"/>
            <a:ext cx="95760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8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8163720" cy="3468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59" name="Прямоугольник 13"/>
          <p:cNvSpPr/>
          <p:nvPr/>
        </p:nvSpPr>
        <p:spPr>
          <a:xfrm>
            <a:off x="1393200" y="4038480"/>
            <a:ext cx="489600" cy="48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 type="body"/>
          </p:nvPr>
        </p:nvSpPr>
        <p:spPr>
          <a:xfrm>
            <a:off x="609480" y="477504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1" name="Прямоугольник 22"/>
          <p:cNvSpPr/>
          <p:nvPr/>
        </p:nvSpPr>
        <p:spPr>
          <a:xfrm>
            <a:off x="3760920" y="4038480"/>
            <a:ext cx="489600" cy="48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body"/>
          </p:nvPr>
        </p:nvSpPr>
        <p:spPr>
          <a:xfrm>
            <a:off x="2977200" y="477504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3" name="Прямоугольник 24"/>
          <p:cNvSpPr/>
          <p:nvPr/>
        </p:nvSpPr>
        <p:spPr>
          <a:xfrm>
            <a:off x="6128640" y="4038480"/>
            <a:ext cx="489600" cy="48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4" name="PlaceHolder 4"/>
          <p:cNvSpPr>
            <a:spLocks noGrp="1"/>
          </p:cNvSpPr>
          <p:nvPr>
            <p:ph type="body"/>
          </p:nvPr>
        </p:nvSpPr>
        <p:spPr>
          <a:xfrm>
            <a:off x="5344920" y="477504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Прямоугольник 9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body"/>
          </p:nvPr>
        </p:nvSpPr>
        <p:spPr>
          <a:xfrm>
            <a:off x="7920" y="2815920"/>
            <a:ext cx="140580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title"/>
          </p:nvPr>
        </p:nvSpPr>
        <p:spPr>
          <a:xfrm>
            <a:off x="447480" y="943920"/>
            <a:ext cx="368856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8" name="Прямоугольник 1"/>
          <p:cNvSpPr/>
          <p:nvPr/>
        </p:nvSpPr>
        <p:spPr>
          <a:xfrm>
            <a:off x="4341600" y="0"/>
            <a:ext cx="4299480" cy="6857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4572000" y="560160"/>
            <a:ext cx="3762360" cy="578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1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0" name="PlaceHolder 4"/>
          <p:cNvSpPr>
            <a:spLocks noGrp="1"/>
          </p:cNvSpPr>
          <p:nvPr>
            <p:ph type="body"/>
          </p:nvPr>
        </p:nvSpPr>
        <p:spPr>
          <a:xfrm>
            <a:off x="1428120" y="2815920"/>
            <a:ext cx="148968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1" name="PlaceHolder 5"/>
          <p:cNvSpPr>
            <a:spLocks noGrp="1"/>
          </p:cNvSpPr>
          <p:nvPr>
            <p:ph type="body"/>
          </p:nvPr>
        </p:nvSpPr>
        <p:spPr>
          <a:xfrm>
            <a:off x="2926800" y="2815920"/>
            <a:ext cx="1405800" cy="311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body"/>
          </p:nvPr>
        </p:nvSpPr>
        <p:spPr>
          <a:xfrm>
            <a:off x="4060440" y="0"/>
            <a:ext cx="508320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 type="title"/>
          </p:nvPr>
        </p:nvSpPr>
        <p:spPr>
          <a:xfrm>
            <a:off x="3080520" y="1156320"/>
            <a:ext cx="2612160" cy="2023200"/>
          </a:xfrm>
          <a:prstGeom prst="rect">
            <a:avLst/>
          </a:prstGeom>
          <a:solidFill>
            <a:schemeClr val="accent1"/>
          </a:solidFill>
          <a:ln w="19080">
            <a:solidFill>
              <a:schemeClr val="lt1"/>
            </a:solidFill>
            <a:miter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</a:t>
            </a:r>
            <a:br>
              <a:rPr sz="1800"/>
            </a:b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заголовка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4" name="Заголовок 1"/>
          <p:cNvSpPr/>
          <p:nvPr/>
        </p:nvSpPr>
        <p:spPr>
          <a:xfrm>
            <a:off x="6092280" y="1156320"/>
            <a:ext cx="261216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68760" rIns="68760" tIns="34200" bIns="342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заголовка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Заголовок 1"/>
          <p:cNvSpPr/>
          <p:nvPr/>
        </p:nvSpPr>
        <p:spPr>
          <a:xfrm>
            <a:off x="3080520" y="3776040"/>
            <a:ext cx="261216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68760" rIns="68760" tIns="34200" bIns="342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заголовка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Заголовок 1"/>
          <p:cNvSpPr/>
          <p:nvPr/>
        </p:nvSpPr>
        <p:spPr>
          <a:xfrm>
            <a:off x="6092280" y="3776040"/>
            <a:ext cx="2612160" cy="2023200"/>
          </a:xfrm>
          <a:prstGeom prst="rect">
            <a:avLst/>
          </a:prstGeom>
          <a:solidFill>
            <a:schemeClr val="accent1"/>
          </a:solidFill>
          <a:ln>
            <a:solidFill>
              <a:srgbClr val="ffffff"/>
            </a:solidFill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/>
        </p:style>
        <p:txBody>
          <a:bodyPr lIns="68760" rIns="68760" tIns="34200" bIns="34200" anchor="ctr">
            <a:normAutofit/>
          </a:bodyPr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заголовка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Заголовок 1"/>
          <p:cNvSpPr/>
          <p:nvPr/>
        </p:nvSpPr>
        <p:spPr>
          <a:xfrm>
            <a:off x="473400" y="2039760"/>
            <a:ext cx="2737800" cy="205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760" rIns="68760" tIns="34200" bIns="34200" anchor="b">
            <a:normAutofit/>
          </a:bodyPr>
          <a:p>
            <a:pPr defTabSz="914400">
              <a:lnSpc>
                <a:spcPct val="100000"/>
              </a:lnSpc>
            </a:pPr>
            <a:r>
              <a:rPr lang="ru-RU" sz="33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ru-RU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Прямоугольник 11"/>
          <p:cNvSpPr/>
          <p:nvPr/>
        </p:nvSpPr>
        <p:spPr>
          <a:xfrm>
            <a:off x="2163240" y="625572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79" name="Прямоугольник 16"/>
          <p:cNvSpPr/>
          <p:nvPr/>
        </p:nvSpPr>
        <p:spPr>
          <a:xfrm>
            <a:off x="415440" y="5799600"/>
            <a:ext cx="368640" cy="3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80" name="Прямоугольник 17"/>
          <p:cNvSpPr/>
          <p:nvPr/>
        </p:nvSpPr>
        <p:spPr>
          <a:xfrm>
            <a:off x="1746720" y="638280"/>
            <a:ext cx="235080" cy="246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Прямоугольник 9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447480" y="560160"/>
            <a:ext cx="81626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8341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 type="body"/>
          </p:nvPr>
        </p:nvSpPr>
        <p:spPr>
          <a:xfrm>
            <a:off x="35827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grpSp>
        <p:nvGrpSpPr>
          <p:cNvPr id="185" name="Группа 1"/>
          <p:cNvGrpSpPr/>
          <p:nvPr/>
        </p:nvGrpSpPr>
        <p:grpSpPr>
          <a:xfrm>
            <a:off x="923400" y="2625120"/>
            <a:ext cx="7296840" cy="1799640"/>
            <a:chOff x="923400" y="2625120"/>
            <a:chExt cx="7296840" cy="1799640"/>
          </a:xfrm>
        </p:grpSpPr>
        <p:sp>
          <p:nvSpPr>
            <p:cNvPr id="186" name="Прямоугольник 10"/>
            <p:cNvSpPr/>
            <p:nvPr/>
          </p:nvSpPr>
          <p:spPr>
            <a:xfrm>
              <a:off x="923400" y="2625120"/>
              <a:ext cx="1799640" cy="1799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ru-RU" sz="1350" b="0" u="none" strike="noStrike">
                <a:solidFill>
                  <a:schemeClr val="lt1"/>
                </a:solidFill>
                <a:effectLst/>
                <a:uFillTx/>
                <a:latin typeface="PermianSansTypeface"/>
              </a:endParaRPr>
            </a:p>
          </p:txBody>
        </p:sp>
        <p:sp>
          <p:nvSpPr>
            <p:cNvPr id="187" name="Прямоугольник 14"/>
            <p:cNvSpPr/>
            <p:nvPr/>
          </p:nvSpPr>
          <p:spPr>
            <a:xfrm>
              <a:off x="3672000" y="2625120"/>
              <a:ext cx="1799640" cy="1799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ru-RU" sz="1350" b="0" u="none" strike="noStrike">
                <a:solidFill>
                  <a:schemeClr val="lt1"/>
                </a:solidFill>
                <a:effectLst/>
                <a:uFillTx/>
                <a:latin typeface="PermianSansTypeface"/>
              </a:endParaRPr>
            </a:p>
          </p:txBody>
        </p:sp>
        <p:sp>
          <p:nvSpPr>
            <p:cNvPr id="188" name="Прямоугольник 21"/>
            <p:cNvSpPr/>
            <p:nvPr/>
          </p:nvSpPr>
          <p:spPr>
            <a:xfrm>
              <a:off x="6420600" y="2625120"/>
              <a:ext cx="1799640" cy="17996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ctr">
              <a:noAutofit/>
            </a:bodyPr>
            <a:p>
              <a:pPr algn="ctr" defTabSz="457200">
                <a:lnSpc>
                  <a:spcPct val="100000"/>
                </a:lnSpc>
              </a:pPr>
              <a:endParaRPr lang="ru-RU" sz="1350" b="0" u="none" strike="noStrike">
                <a:solidFill>
                  <a:schemeClr val="lt1"/>
                </a:solidFill>
                <a:effectLst/>
                <a:uFillTx/>
                <a:latin typeface="PermianSansTypeface"/>
              </a:endParaRPr>
            </a:p>
          </p:txBody>
        </p:sp>
      </p:grpSp>
      <p:sp>
        <p:nvSpPr>
          <p:cNvPr id="189" name="PlaceHolder 4"/>
          <p:cNvSpPr>
            <a:spLocks noGrp="1"/>
          </p:cNvSpPr>
          <p:nvPr>
            <p:ph type="body"/>
          </p:nvPr>
        </p:nvSpPr>
        <p:spPr>
          <a:xfrm>
            <a:off x="63313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0" name="Прямоугольник 16"/>
          <p:cNvSpPr/>
          <p:nvPr/>
        </p:nvSpPr>
        <p:spPr>
          <a:xfrm rot="5400000">
            <a:off x="26640" y="577224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1" name="Прямоугольник 25"/>
          <p:cNvSpPr/>
          <p:nvPr/>
        </p:nvSpPr>
        <p:spPr>
          <a:xfrm rot="5400000">
            <a:off x="869040" y="586872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2" name="Прямоугольник 26"/>
          <p:cNvSpPr/>
          <p:nvPr/>
        </p:nvSpPr>
        <p:spPr>
          <a:xfrm rot="5400000">
            <a:off x="124920" y="447336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3" name="Прямоугольник 27"/>
          <p:cNvSpPr/>
          <p:nvPr/>
        </p:nvSpPr>
        <p:spPr>
          <a:xfrm rot="5400000">
            <a:off x="7689600" y="-22572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4" name="Прямоугольник 28"/>
          <p:cNvSpPr/>
          <p:nvPr/>
        </p:nvSpPr>
        <p:spPr>
          <a:xfrm rot="5400000">
            <a:off x="8556120" y="55908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Прямоугольник 14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6" name="PlaceHolder 1"/>
          <p:cNvSpPr>
            <a:spLocks noGrp="1"/>
          </p:cNvSpPr>
          <p:nvPr>
            <p:ph type="body"/>
          </p:nvPr>
        </p:nvSpPr>
        <p:spPr>
          <a:xfrm>
            <a:off x="923400" y="2625120"/>
            <a:ext cx="1798920" cy="17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3671280" y="2628000"/>
            <a:ext cx="1800360" cy="1796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8" name="PlaceHolder 3"/>
          <p:cNvSpPr>
            <a:spLocks noGrp="1"/>
          </p:cNvSpPr>
          <p:nvPr>
            <p:ph type="body"/>
          </p:nvPr>
        </p:nvSpPr>
        <p:spPr>
          <a:xfrm>
            <a:off x="6420600" y="2625120"/>
            <a:ext cx="1799640" cy="17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199" name="PlaceHolder 4"/>
          <p:cNvSpPr>
            <a:spLocks noGrp="1"/>
          </p:cNvSpPr>
          <p:nvPr>
            <p:ph type="title"/>
          </p:nvPr>
        </p:nvSpPr>
        <p:spPr>
          <a:xfrm>
            <a:off x="447480" y="560160"/>
            <a:ext cx="81626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0" name="PlaceHolder 5"/>
          <p:cNvSpPr>
            <a:spLocks noGrp="1"/>
          </p:cNvSpPr>
          <p:nvPr>
            <p:ph type="body"/>
          </p:nvPr>
        </p:nvSpPr>
        <p:spPr>
          <a:xfrm>
            <a:off x="8341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1" name="PlaceHolder 6"/>
          <p:cNvSpPr>
            <a:spLocks noGrp="1"/>
          </p:cNvSpPr>
          <p:nvPr>
            <p:ph type="body"/>
          </p:nvPr>
        </p:nvSpPr>
        <p:spPr>
          <a:xfrm>
            <a:off x="35827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2" name="PlaceHolder 7"/>
          <p:cNvSpPr>
            <a:spLocks noGrp="1"/>
          </p:cNvSpPr>
          <p:nvPr>
            <p:ph type="body"/>
          </p:nvPr>
        </p:nvSpPr>
        <p:spPr>
          <a:xfrm>
            <a:off x="6331320" y="46447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3" name="Прямоугольник 33"/>
          <p:cNvSpPr/>
          <p:nvPr/>
        </p:nvSpPr>
        <p:spPr>
          <a:xfrm rot="5400000">
            <a:off x="26640" y="577224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4" name="Прямоугольник 34"/>
          <p:cNvSpPr/>
          <p:nvPr/>
        </p:nvSpPr>
        <p:spPr>
          <a:xfrm rot="5400000">
            <a:off x="869040" y="586872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5" name="Прямоугольник 35"/>
          <p:cNvSpPr/>
          <p:nvPr/>
        </p:nvSpPr>
        <p:spPr>
          <a:xfrm rot="5400000">
            <a:off x="124920" y="4473360"/>
            <a:ext cx="368640" cy="3870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6" name="Прямоугольник 36"/>
          <p:cNvSpPr/>
          <p:nvPr/>
        </p:nvSpPr>
        <p:spPr>
          <a:xfrm rot="5400000">
            <a:off x="7689600" y="-225720"/>
            <a:ext cx="1059120" cy="111168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7" name="Прямоугольник 37"/>
          <p:cNvSpPr/>
          <p:nvPr/>
        </p:nvSpPr>
        <p:spPr>
          <a:xfrm rot="5400000">
            <a:off x="8556120" y="559080"/>
            <a:ext cx="573480" cy="60192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Прямоугольник 26"/>
          <p:cNvSpPr/>
          <p:nvPr/>
        </p:nvSpPr>
        <p:spPr>
          <a:xfrm>
            <a:off x="6403320" y="2648160"/>
            <a:ext cx="1799640" cy="179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09" name="Прямоугольник 21"/>
          <p:cNvSpPr/>
          <p:nvPr/>
        </p:nvSpPr>
        <p:spPr>
          <a:xfrm>
            <a:off x="3668760" y="2648160"/>
            <a:ext cx="1799640" cy="179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0" name="Прямоугольник 14"/>
          <p:cNvSpPr/>
          <p:nvPr/>
        </p:nvSpPr>
        <p:spPr>
          <a:xfrm>
            <a:off x="903240" y="2633760"/>
            <a:ext cx="1799640" cy="1799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447480" y="734040"/>
            <a:ext cx="8162640" cy="120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405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834120" y="481896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body"/>
          </p:nvPr>
        </p:nvSpPr>
        <p:spPr>
          <a:xfrm>
            <a:off x="3582720" y="481896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4" name="PlaceHolder 4"/>
          <p:cNvSpPr>
            <a:spLocks noGrp="1"/>
          </p:cNvSpPr>
          <p:nvPr>
            <p:ph type="body"/>
          </p:nvPr>
        </p:nvSpPr>
        <p:spPr>
          <a:xfrm>
            <a:off x="6331320" y="481896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5" name="PlaceHolder 5"/>
          <p:cNvSpPr>
            <a:spLocks noGrp="1"/>
          </p:cNvSpPr>
          <p:nvPr>
            <p:ph type="body"/>
          </p:nvPr>
        </p:nvSpPr>
        <p:spPr>
          <a:xfrm>
            <a:off x="995400" y="2784240"/>
            <a:ext cx="1799640" cy="17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6" name="PlaceHolder 6"/>
          <p:cNvSpPr>
            <a:spLocks noGrp="1"/>
          </p:cNvSpPr>
          <p:nvPr>
            <p:ph type="body"/>
          </p:nvPr>
        </p:nvSpPr>
        <p:spPr>
          <a:xfrm>
            <a:off x="3744000" y="2784240"/>
            <a:ext cx="1799640" cy="17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7" name="PlaceHolder 7"/>
          <p:cNvSpPr>
            <a:spLocks noGrp="1"/>
          </p:cNvSpPr>
          <p:nvPr>
            <p:ph type="body"/>
          </p:nvPr>
        </p:nvSpPr>
        <p:spPr>
          <a:xfrm>
            <a:off x="6492960" y="2784240"/>
            <a:ext cx="1799640" cy="1799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843480" y="524880"/>
            <a:ext cx="27378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3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4058640" y="1375200"/>
            <a:ext cx="36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body"/>
          </p:nvPr>
        </p:nvSpPr>
        <p:spPr>
          <a:xfrm>
            <a:off x="4020480" y="3037320"/>
            <a:ext cx="512316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body"/>
          </p:nvPr>
        </p:nvSpPr>
        <p:spPr>
          <a:xfrm>
            <a:off x="841680" y="3037320"/>
            <a:ext cx="2904480" cy="3236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2" name="Прямоугольник 9"/>
          <p:cNvSpPr/>
          <p:nvPr/>
        </p:nvSpPr>
        <p:spPr>
          <a:xfrm>
            <a:off x="0" y="0"/>
            <a:ext cx="1688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3" name="Прямоугольник 10"/>
          <p:cNvSpPr/>
          <p:nvPr/>
        </p:nvSpPr>
        <p:spPr>
          <a:xfrm>
            <a:off x="8570160" y="52488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4" name="Прямоугольник 14"/>
          <p:cNvSpPr/>
          <p:nvPr/>
        </p:nvSpPr>
        <p:spPr>
          <a:xfrm>
            <a:off x="7926120" y="229680"/>
            <a:ext cx="280800" cy="2948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5" name="Прямоугольник 15"/>
          <p:cNvSpPr/>
          <p:nvPr/>
        </p:nvSpPr>
        <p:spPr>
          <a:xfrm>
            <a:off x="303120" y="5913360"/>
            <a:ext cx="388080" cy="4071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Сравнение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Прямоугольник 14"/>
          <p:cNvSpPr/>
          <p:nvPr/>
        </p:nvSpPr>
        <p:spPr>
          <a:xfrm>
            <a:off x="0" y="0"/>
            <a:ext cx="4582440" cy="34732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7" name="PlaceHolder 1"/>
          <p:cNvSpPr>
            <a:spLocks noGrp="1"/>
          </p:cNvSpPr>
          <p:nvPr>
            <p:ph type="body"/>
          </p:nvPr>
        </p:nvSpPr>
        <p:spPr>
          <a:xfrm>
            <a:off x="353880" y="1931040"/>
            <a:ext cx="387504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4582800" y="0"/>
            <a:ext cx="4560840" cy="3473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body"/>
          </p:nvPr>
        </p:nvSpPr>
        <p:spPr>
          <a:xfrm>
            <a:off x="0" y="3473640"/>
            <a:ext cx="4582440" cy="3384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0" name="Прямоугольник 27"/>
          <p:cNvSpPr/>
          <p:nvPr/>
        </p:nvSpPr>
        <p:spPr>
          <a:xfrm>
            <a:off x="4582800" y="3473640"/>
            <a:ext cx="4582440" cy="338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353880" y="998640"/>
            <a:ext cx="3875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495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число</a:t>
            </a:r>
            <a:endParaRPr lang="en-US" sz="49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body"/>
          </p:nvPr>
        </p:nvSpPr>
        <p:spPr>
          <a:xfrm>
            <a:off x="4936680" y="5371560"/>
            <a:ext cx="3875040" cy="60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3" name="PlaceHolder 6"/>
          <p:cNvSpPr>
            <a:spLocks noGrp="1"/>
          </p:cNvSpPr>
          <p:nvPr>
            <p:ph type="body"/>
          </p:nvPr>
        </p:nvSpPr>
        <p:spPr>
          <a:xfrm>
            <a:off x="4936680" y="4439160"/>
            <a:ext cx="3875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495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число</a:t>
            </a:r>
            <a:endParaRPr lang="en-US" sz="49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с подписью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текста заглавия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усто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dt" idx="7"/>
          </p:nvPr>
        </p:nvSpPr>
        <p:spPr>
          <a:xfrm>
            <a:off x="62856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rPr>
              <a:t>&lt;дата/время&gt;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ftr" idx="8"/>
          </p:nvPr>
        </p:nvSpPr>
        <p:spPr>
          <a:xfrm>
            <a:off x="3029040" y="6356520"/>
            <a:ext cx="3085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6458040" y="6356520"/>
            <a:ext cx="20570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09B8DC7-D57A-44F9-AD59-5B7761680904}" type="slidenum">
              <a:rPr lang="ru-RU" sz="1200" b="0" u="none" strike="noStrike">
                <a:solidFill>
                  <a:schemeClr val="accent1"/>
                </a:solidFill>
                <a:effectLst/>
                <a:uFillTx/>
                <a:latin typeface="PermianSansTypeface"/>
              </a:rPr>
              <a:t>&lt;номер&gt;</a:t>
            </a:fld>
            <a:endParaRPr lang="ru-RU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PlaceHolder 4"/>
          <p:cNvSpPr>
            <a:spLocks noGrp="1"/>
          </p:cNvSpPr>
          <p:nvPr>
            <p:ph type="body"/>
          </p:nvPr>
        </p:nvSpPr>
        <p:spPr>
          <a:xfrm>
            <a:off x="0" y="988560"/>
            <a:ext cx="6457680" cy="341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0" name="PlaceHolder 5"/>
          <p:cNvSpPr>
            <a:spLocks noGrp="1"/>
          </p:cNvSpPr>
          <p:nvPr>
            <p:ph type="title"/>
          </p:nvPr>
        </p:nvSpPr>
        <p:spPr>
          <a:xfrm>
            <a:off x="5777280" y="1580760"/>
            <a:ext cx="2737800" cy="205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05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0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1" name="PlaceHolder 6"/>
          <p:cNvSpPr>
            <a:spLocks noGrp="1"/>
          </p:cNvSpPr>
          <p:nvPr>
            <p:ph type="body"/>
          </p:nvPr>
        </p:nvSpPr>
        <p:spPr>
          <a:xfrm>
            <a:off x="628560" y="48481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2" name="PlaceHolder 7"/>
          <p:cNvSpPr>
            <a:spLocks noGrp="1"/>
          </p:cNvSpPr>
          <p:nvPr>
            <p:ph type="body"/>
          </p:nvPr>
        </p:nvSpPr>
        <p:spPr>
          <a:xfrm>
            <a:off x="3029040" y="484812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3" name="PlaceHolder 8"/>
          <p:cNvSpPr>
            <a:spLocks noGrp="1"/>
          </p:cNvSpPr>
          <p:nvPr>
            <p:ph type="body"/>
          </p:nvPr>
        </p:nvSpPr>
        <p:spPr>
          <a:xfrm>
            <a:off x="5429160" y="484308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4" name="Прямоугольник 14"/>
          <p:cNvSpPr/>
          <p:nvPr/>
        </p:nvSpPr>
        <p:spPr>
          <a:xfrm>
            <a:off x="6171120" y="743760"/>
            <a:ext cx="573480" cy="6019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5" name="Прямоугольник 15"/>
          <p:cNvSpPr/>
          <p:nvPr/>
        </p:nvSpPr>
        <p:spPr>
          <a:xfrm>
            <a:off x="4423320" y="287640"/>
            <a:ext cx="368640" cy="38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6" name="Прямоугольник 16"/>
          <p:cNvSpPr/>
          <p:nvPr/>
        </p:nvSpPr>
        <p:spPr>
          <a:xfrm>
            <a:off x="484200" y="4884840"/>
            <a:ext cx="144360" cy="1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7" name="Прямоугольник 17"/>
          <p:cNvSpPr/>
          <p:nvPr/>
        </p:nvSpPr>
        <p:spPr>
          <a:xfrm>
            <a:off x="2889360" y="4884840"/>
            <a:ext cx="144360" cy="1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48" name="Прямоугольник 18"/>
          <p:cNvSpPr/>
          <p:nvPr/>
        </p:nvSpPr>
        <p:spPr>
          <a:xfrm>
            <a:off x="5284800" y="4884840"/>
            <a:ext cx="144360" cy="15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Прямоугольник 10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0" name="PlaceHolder 1"/>
          <p:cNvSpPr>
            <a:spLocks noGrp="1"/>
          </p:cNvSpPr>
          <p:nvPr>
            <p:ph type="title"/>
          </p:nvPr>
        </p:nvSpPr>
        <p:spPr>
          <a:xfrm>
            <a:off x="409680" y="2478240"/>
            <a:ext cx="36428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5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1" name="PlaceHolder 2"/>
          <p:cNvSpPr>
            <a:spLocks noGrp="1"/>
          </p:cNvSpPr>
          <p:nvPr>
            <p:ph type="body"/>
          </p:nvPr>
        </p:nvSpPr>
        <p:spPr>
          <a:xfrm>
            <a:off x="409680" y="5357880"/>
            <a:ext cx="36428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2" name="PlaceHolder 3"/>
          <p:cNvSpPr>
            <a:spLocks noGrp="1"/>
          </p:cNvSpPr>
          <p:nvPr>
            <p:ph type="body"/>
          </p:nvPr>
        </p:nvSpPr>
        <p:spPr>
          <a:xfrm>
            <a:off x="6603840" y="0"/>
            <a:ext cx="231120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3" name="PlaceHolder 4"/>
          <p:cNvSpPr>
            <a:spLocks noGrp="1"/>
          </p:cNvSpPr>
          <p:nvPr>
            <p:ph type="body"/>
          </p:nvPr>
        </p:nvSpPr>
        <p:spPr>
          <a:xfrm>
            <a:off x="4216320" y="0"/>
            <a:ext cx="229824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4" name="Прямоугольник 11"/>
          <p:cNvSpPr/>
          <p:nvPr/>
        </p:nvSpPr>
        <p:spPr>
          <a:xfrm>
            <a:off x="2919240" y="299520"/>
            <a:ext cx="541800" cy="56880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5" name="Прямоугольник 17"/>
          <p:cNvSpPr/>
          <p:nvPr/>
        </p:nvSpPr>
        <p:spPr>
          <a:xfrm>
            <a:off x="3461400" y="0"/>
            <a:ext cx="1001160" cy="10508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6" name="Прямоугольник 18"/>
          <p:cNvSpPr/>
          <p:nvPr/>
        </p:nvSpPr>
        <p:spPr>
          <a:xfrm>
            <a:off x="3070440" y="714600"/>
            <a:ext cx="781200" cy="81972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7" name="Прямоугольник 19"/>
          <p:cNvSpPr/>
          <p:nvPr/>
        </p:nvSpPr>
        <p:spPr>
          <a:xfrm>
            <a:off x="9018000" y="6191640"/>
            <a:ext cx="301680" cy="31680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58" name="Прямоугольник 20"/>
          <p:cNvSpPr/>
          <p:nvPr/>
        </p:nvSpPr>
        <p:spPr>
          <a:xfrm>
            <a:off x="8514360" y="6288840"/>
            <a:ext cx="541800" cy="56880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-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Прямоугольник 2"/>
          <p:cNvSpPr/>
          <p:nvPr/>
        </p:nvSpPr>
        <p:spPr>
          <a:xfrm>
            <a:off x="0" y="0"/>
            <a:ext cx="9143640" cy="6857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0" name="PlaceHolder 1"/>
          <p:cNvSpPr>
            <a:spLocks noGrp="1"/>
          </p:cNvSpPr>
          <p:nvPr>
            <p:ph type="title"/>
          </p:nvPr>
        </p:nvSpPr>
        <p:spPr>
          <a:xfrm>
            <a:off x="628560" y="2248560"/>
            <a:ext cx="2901600" cy="2360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1" name="Прямоугольник 1"/>
          <p:cNvSpPr/>
          <p:nvPr/>
        </p:nvSpPr>
        <p:spPr>
          <a:xfrm>
            <a:off x="3949560" y="795960"/>
            <a:ext cx="447012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2" name="Прямоугольник 5"/>
          <p:cNvSpPr/>
          <p:nvPr/>
        </p:nvSpPr>
        <p:spPr>
          <a:xfrm>
            <a:off x="3949560" y="2633040"/>
            <a:ext cx="447012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3" name="Прямоугольник 6"/>
          <p:cNvSpPr/>
          <p:nvPr/>
        </p:nvSpPr>
        <p:spPr>
          <a:xfrm>
            <a:off x="3949560" y="4470480"/>
            <a:ext cx="4470120" cy="159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3949200" y="795240"/>
            <a:ext cx="1561680" cy="159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body"/>
          </p:nvPr>
        </p:nvSpPr>
        <p:spPr>
          <a:xfrm>
            <a:off x="3949200" y="2632680"/>
            <a:ext cx="1561680" cy="15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6" name="PlaceHolder 4"/>
          <p:cNvSpPr>
            <a:spLocks noGrp="1"/>
          </p:cNvSpPr>
          <p:nvPr>
            <p:ph type="body"/>
          </p:nvPr>
        </p:nvSpPr>
        <p:spPr>
          <a:xfrm>
            <a:off x="3949200" y="4470120"/>
            <a:ext cx="1561680" cy="1591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7" name="PlaceHolder 5"/>
          <p:cNvSpPr>
            <a:spLocks noGrp="1"/>
          </p:cNvSpPr>
          <p:nvPr>
            <p:ph type="body"/>
          </p:nvPr>
        </p:nvSpPr>
        <p:spPr>
          <a:xfrm>
            <a:off x="5695920" y="101628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 type="body"/>
          </p:nvPr>
        </p:nvSpPr>
        <p:spPr>
          <a:xfrm>
            <a:off x="5695920" y="283464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69" name="PlaceHolder 7"/>
          <p:cNvSpPr>
            <a:spLocks noGrp="1"/>
          </p:cNvSpPr>
          <p:nvPr>
            <p:ph type="body"/>
          </p:nvPr>
        </p:nvSpPr>
        <p:spPr>
          <a:xfrm>
            <a:off x="5695920" y="4682160"/>
            <a:ext cx="2057040" cy="738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35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0" name="Прямоугольник 15"/>
          <p:cNvSpPr/>
          <p:nvPr/>
        </p:nvSpPr>
        <p:spPr>
          <a:xfrm>
            <a:off x="8237880" y="5793480"/>
            <a:ext cx="794160" cy="7952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1" name="Прямоугольник 16"/>
          <p:cNvSpPr/>
          <p:nvPr/>
        </p:nvSpPr>
        <p:spPr>
          <a:xfrm>
            <a:off x="8105040" y="6426000"/>
            <a:ext cx="429840" cy="431640"/>
          </a:xfrm>
          <a:prstGeom prst="rect">
            <a:avLst/>
          </a:prstGeom>
          <a:solidFill>
            <a:schemeClr val="lt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2" name="Прямоугольник 18"/>
          <p:cNvSpPr/>
          <p:nvPr/>
        </p:nvSpPr>
        <p:spPr>
          <a:xfrm>
            <a:off x="3228840" y="4470120"/>
            <a:ext cx="446040" cy="4460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3" name="Прямоугольник 19"/>
          <p:cNvSpPr/>
          <p:nvPr/>
        </p:nvSpPr>
        <p:spPr>
          <a:xfrm>
            <a:off x="3537000" y="4276440"/>
            <a:ext cx="276480" cy="2768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4" name="Прямоугольник 23"/>
          <p:cNvSpPr/>
          <p:nvPr/>
        </p:nvSpPr>
        <p:spPr>
          <a:xfrm>
            <a:off x="8669160" y="5399640"/>
            <a:ext cx="662760" cy="662040"/>
          </a:xfrm>
          <a:prstGeom prst="rect">
            <a:avLst/>
          </a:prstGeom>
          <a:solidFill>
            <a:schemeClr val="dk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олько заголов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body"/>
          </p:nvPr>
        </p:nvSpPr>
        <p:spPr>
          <a:xfrm>
            <a:off x="-183600" y="-244800"/>
            <a:ext cx="9504360" cy="7404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6" name="PlaceHolder 2"/>
          <p:cNvSpPr>
            <a:spLocks noGrp="1"/>
          </p:cNvSpPr>
          <p:nvPr>
            <p:ph type="title"/>
          </p:nvPr>
        </p:nvSpPr>
        <p:spPr>
          <a:xfrm>
            <a:off x="2337120" y="2795040"/>
            <a:ext cx="4462920" cy="1325160"/>
          </a:xfrm>
          <a:prstGeom prst="rect">
            <a:avLst/>
          </a:prstGeom>
          <a:solidFill>
            <a:schemeClr val="accent1"/>
          </a:solidFill>
          <a:ln w="19080">
            <a:solidFill>
              <a:schemeClr val="lt1"/>
            </a:solidFill>
            <a:miter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36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3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title"/>
          </p:nvPr>
        </p:nvSpPr>
        <p:spPr>
          <a:xfrm>
            <a:off x="3029040" y="365040"/>
            <a:ext cx="54860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3029040" y="1825560"/>
            <a:ext cx="54860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685800" lvl="1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Четвертый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body"/>
          </p:nvPr>
        </p:nvSpPr>
        <p:spPr>
          <a:xfrm>
            <a:off x="188640" y="0"/>
            <a:ext cx="261936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0" name="Прямоугольник 7"/>
          <p:cNvSpPr/>
          <p:nvPr/>
        </p:nvSpPr>
        <p:spPr>
          <a:xfrm>
            <a:off x="83160" y="6176880"/>
            <a:ext cx="304920" cy="305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1" name="Прямоугольник 8"/>
          <p:cNvSpPr/>
          <p:nvPr/>
        </p:nvSpPr>
        <p:spPr>
          <a:xfrm>
            <a:off x="493920" y="6047640"/>
            <a:ext cx="184680" cy="18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2" name="Прямоугольник 9"/>
          <p:cNvSpPr/>
          <p:nvPr/>
        </p:nvSpPr>
        <p:spPr>
          <a:xfrm>
            <a:off x="8313120" y="230040"/>
            <a:ext cx="389880" cy="388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title"/>
          </p:nvPr>
        </p:nvSpPr>
        <p:spPr>
          <a:xfrm>
            <a:off x="3029040" y="365040"/>
            <a:ext cx="54860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000" b="0" u="none" strike="noStrike">
                <a:solidFill>
                  <a:schemeClr val="accent1"/>
                </a:solidFill>
                <a:effectLst/>
                <a:uFillTx/>
                <a:latin typeface="PermianSerifTypeface"/>
              </a:rPr>
              <a:t>Образец заголовка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3029040" y="197388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body"/>
          </p:nvPr>
        </p:nvSpPr>
        <p:spPr>
          <a:xfrm>
            <a:off x="188640" y="0"/>
            <a:ext cx="2619360" cy="6857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Для правки структуры щёлкните мышью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Второй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Третий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Четвёртый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Пятый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Шестой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Седьмой уровень структуры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6" name="PlaceHolder 4"/>
          <p:cNvSpPr>
            <a:spLocks noGrp="1"/>
          </p:cNvSpPr>
          <p:nvPr>
            <p:ph type="body"/>
          </p:nvPr>
        </p:nvSpPr>
        <p:spPr>
          <a:xfrm>
            <a:off x="3029040" y="255456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7" name="PlaceHolder 5"/>
          <p:cNvSpPr>
            <a:spLocks noGrp="1"/>
          </p:cNvSpPr>
          <p:nvPr>
            <p:ph type="body"/>
          </p:nvPr>
        </p:nvSpPr>
        <p:spPr>
          <a:xfrm>
            <a:off x="3029040" y="353412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8" name="PlaceHolder 6"/>
          <p:cNvSpPr>
            <a:spLocks noGrp="1"/>
          </p:cNvSpPr>
          <p:nvPr>
            <p:ph type="body"/>
          </p:nvPr>
        </p:nvSpPr>
        <p:spPr>
          <a:xfrm>
            <a:off x="3029040" y="411480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89" name="PlaceHolder 7"/>
          <p:cNvSpPr>
            <a:spLocks noGrp="1"/>
          </p:cNvSpPr>
          <p:nvPr>
            <p:ph type="body"/>
          </p:nvPr>
        </p:nvSpPr>
        <p:spPr>
          <a:xfrm>
            <a:off x="3029040" y="511632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800" b="1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0" name="PlaceHolder 8"/>
          <p:cNvSpPr>
            <a:spLocks noGrp="1"/>
          </p:cNvSpPr>
          <p:nvPr>
            <p:ph type="body"/>
          </p:nvPr>
        </p:nvSpPr>
        <p:spPr>
          <a:xfrm>
            <a:off x="3029040" y="5697000"/>
            <a:ext cx="5486040" cy="58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5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Образец текста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1" name="Прямоугольник 15"/>
          <p:cNvSpPr/>
          <p:nvPr/>
        </p:nvSpPr>
        <p:spPr>
          <a:xfrm>
            <a:off x="83160" y="6176880"/>
            <a:ext cx="304920" cy="305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2" name="Прямоугольник 16"/>
          <p:cNvSpPr/>
          <p:nvPr/>
        </p:nvSpPr>
        <p:spPr>
          <a:xfrm>
            <a:off x="493920" y="6047640"/>
            <a:ext cx="184680" cy="183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3" name="Прямоугольник 17"/>
          <p:cNvSpPr/>
          <p:nvPr/>
        </p:nvSpPr>
        <p:spPr>
          <a:xfrm>
            <a:off x="8313120" y="230040"/>
            <a:ext cx="389880" cy="3884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lang="ru-RU" sz="1350" b="0" u="none" strike="noStrike">
              <a:solidFill>
                <a:schemeClr val="lt1"/>
              </a:solidFill>
              <a:effectLst/>
              <a:uFillTx/>
              <a:latin typeface="PermianSansTypeface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1014480" y="2858400"/>
            <a:ext cx="6783840" cy="160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r>
              <a:rPr lang="en-US" sz="3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Индивидуальный проект на тему построения дерева и упрощения формул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ubTitle"/>
          </p:nvPr>
        </p:nvSpPr>
        <p:spPr>
          <a:xfrm>
            <a:off x="1014480" y="4678920"/>
            <a:ext cx="6783840" cy="651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2400" b="0" u="none" strike="noStrike">
                <a:solidFill>
                  <a:schemeClr val="lt1"/>
                </a:solidFill>
                <a:effectLst/>
                <a:uFillTx/>
                <a:latin typeface="Arial"/>
              </a:rPr>
              <a:t>Злобина Дарья Сергеевна, ИТ-7, 8 вариант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Постановка задачи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628560" y="1851840"/>
            <a:ext cx="78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Цель: Разработать программу для упрощения формул с использованием деревьев выражений.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Что нужно сделать: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Построить дерево из формулы в инфиксной записи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Поддержать операции: +, -, *, /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Поддержать числа, переменные, скобки, унарный минус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Упростить по правилам дистрибутивности: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(f1 * f3 + f2 * f3) → ((f1 + f2) * f3)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(f1 * f2 + f1 * f3) → (f1 * (f2 + f3))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Ввод: формула с клавиатуры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  <a:p>
            <a:pPr marL="432000" indent="-324000">
              <a:lnSpc>
                <a:spcPct val="100000"/>
              </a:lnSpc>
              <a:spcBef>
                <a:spcPts val="624"/>
              </a:spcBef>
              <a:spcAft>
                <a:spcPts val="425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Вывод: упрощенная формула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Структура данных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299" name=""/>
          <p:cNvSpPr/>
          <p:nvPr/>
        </p:nvSpPr>
        <p:spPr>
          <a:xfrm>
            <a:off x="0" y="5058000"/>
            <a:ext cx="9144000" cy="1800000"/>
          </a:xfrm>
          <a:prstGeom prst="rect">
            <a:avLst/>
          </a:prstGeom>
          <a:solidFill>
            <a:srgbClr val="c62e3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2"/>
          <p:cNvSpPr>
            <a:spLocks noGrp="1"/>
          </p:cNvSpPr>
          <p:nvPr>
            <p:ph/>
          </p:nvPr>
        </p:nvSpPr>
        <p:spPr>
          <a:xfrm>
            <a:off x="213480" y="1800000"/>
            <a:ext cx="87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Бинарное дерево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Каждый узел содержит: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- value — оператор, число или переменная 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- left — левый потомок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- right — правый потомок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icrosoft YaHei"/>
              </a:rPr>
              <a:t>- is_unary — флаг унарного минуса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  <a:p>
            <a:pPr marL="432000" indent="0">
              <a:lnSpc>
                <a:spcPct val="100000"/>
              </a:lnSpc>
              <a:spcBef>
                <a:spcPts val="340"/>
              </a:spcBef>
              <a:spcAft>
                <a:spcPts val="142"/>
              </a:spcAft>
              <a:buNone/>
            </a:pPr>
            <a:r>
              <a:rPr lang="en-US" sz="1800" b="0" u="none" strike="noStrike">
                <a:solidFill>
                  <a:srgbClr val="ffffff"/>
                </a:solidFill>
                <a:effectLst/>
                <a:uFillTx/>
                <a:latin typeface="Arial"/>
                <a:ea typeface="Microsoft YaHei"/>
              </a:rPr>
              <a:t>Выбор бинарного дерева обусловлен его способностью сохранять иерархию операций, что критично для корректного выполнения рекурсивных преобразований. Древовидная структура позволяет изолированно упрощать подвыражения (поддеревья) и многократно применять правила дистрибутивности без потери контекста всего выражения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  <a:ea typeface="Microsoft YaHe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32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Алгоритм построения дерева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02" name="PlaceHolder 2"/>
          <p:cNvSpPr>
            <a:spLocks noGrp="1"/>
          </p:cNvSpPr>
          <p:nvPr>
            <p:ph/>
          </p:nvPr>
        </p:nvSpPr>
        <p:spPr>
          <a:xfrm>
            <a:off x="2520000" y="1845720"/>
            <a:ext cx="5760000" cy="463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Рекурсивный спуск: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parse_expression() → обрабатывает + и - (низший приоритет)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parse_term() → обрабатывает * и / (средний приоритет)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parse_factor() → числа, переменные, скобки, унарный минус (высший приоритет)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03" name="Прямоугольник: скругленные углы 3"/>
          <p:cNvSpPr/>
          <p:nvPr/>
        </p:nvSpPr>
        <p:spPr>
          <a:xfrm>
            <a:off x="389880" y="1800000"/>
            <a:ext cx="1950120" cy="40752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Начало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04" name="Прямая со стрелкой 5"/>
          <p:cNvCxnSpPr>
            <a:stCxn id="303" idx="2"/>
            <a:endCxn id="305" idx="0"/>
          </p:cNvCxnSpPr>
          <p:nvPr/>
        </p:nvCxnSpPr>
        <p:spPr>
          <a:xfrm flipH="1">
            <a:off x="1350000" y="2207520"/>
            <a:ext cx="15480" cy="26604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sp>
        <p:nvSpPr>
          <p:cNvPr id="305" name="Прямоугольник: скругленные углы 12"/>
          <p:cNvSpPr/>
          <p:nvPr/>
        </p:nvSpPr>
        <p:spPr>
          <a:xfrm>
            <a:off x="360000" y="2473200"/>
            <a:ext cx="1980000" cy="5868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Ввод формулы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Прямоугольник: скругленные углы 13"/>
          <p:cNvSpPr/>
          <p:nvPr/>
        </p:nvSpPr>
        <p:spPr>
          <a:xfrm>
            <a:off x="237240" y="4915440"/>
            <a:ext cx="2102760" cy="65664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Упрощение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Прямоугольник: скругленные углы 14"/>
          <p:cNvSpPr/>
          <p:nvPr/>
        </p:nvSpPr>
        <p:spPr>
          <a:xfrm>
            <a:off x="180000" y="5795280"/>
            <a:ext cx="2160000" cy="68472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Вывод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8" name="Прямоугольник: скругленные углы 1"/>
          <p:cNvSpPr/>
          <p:nvPr/>
        </p:nvSpPr>
        <p:spPr>
          <a:xfrm>
            <a:off x="344880" y="3225240"/>
            <a:ext cx="1995120" cy="5868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Токенизация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Прямоугольник: скругленные углы 5"/>
          <p:cNvSpPr/>
          <p:nvPr/>
        </p:nvSpPr>
        <p:spPr>
          <a:xfrm>
            <a:off x="255600" y="3985200"/>
            <a:ext cx="2084400" cy="7668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Построение дерева</a:t>
            </a:r>
            <a:endParaRPr lang="ru-R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10" name="Прямая со стрелкой 2"/>
          <p:cNvCxnSpPr>
            <a:stCxn id="306" idx="2"/>
            <a:endCxn id="307" idx="0"/>
          </p:cNvCxnSpPr>
          <p:nvPr/>
        </p:nvCxnSpPr>
        <p:spPr>
          <a:xfrm flipH="1">
            <a:off x="1260000" y="5572080"/>
            <a:ext cx="29160" cy="22356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11" name="Прямая со стрелкой 24"/>
          <p:cNvCxnSpPr>
            <a:stCxn id="309" idx="2"/>
            <a:endCxn id="306" idx="0"/>
          </p:cNvCxnSpPr>
          <p:nvPr/>
        </p:nvCxnSpPr>
        <p:spPr>
          <a:xfrm flipH="1">
            <a:off x="1288800" y="4752000"/>
            <a:ext cx="9360" cy="16380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12" name="Прямая со стрелкой 25"/>
          <p:cNvCxnSpPr>
            <a:stCxn id="308" idx="2"/>
            <a:endCxn id="309" idx="0"/>
          </p:cNvCxnSpPr>
          <p:nvPr/>
        </p:nvCxnSpPr>
        <p:spPr>
          <a:xfrm flipH="1">
            <a:off x="1297800" y="3812040"/>
            <a:ext cx="45000" cy="17352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13" name="Прямая со стрелкой 26"/>
          <p:cNvCxnSpPr>
            <a:stCxn id="305" idx="2"/>
            <a:endCxn id="308" idx="0"/>
          </p:cNvCxnSpPr>
          <p:nvPr/>
        </p:nvCxnSpPr>
        <p:spPr>
          <a:xfrm flipH="1">
            <a:off x="1342440" y="3060000"/>
            <a:ext cx="7920" cy="16560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sp>
        <p:nvSpPr>
          <p:cNvPr id="314" name=""/>
          <p:cNvSpPr txBox="1"/>
          <p:nvPr/>
        </p:nvSpPr>
        <p:spPr>
          <a:xfrm>
            <a:off x="834840" y="2092680"/>
            <a:ext cx="977400" cy="346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spAutoFit/>
          </a:bodyPr>
          <a:p>
            <a:r>
              <a:rPr lang="ru-RU" sz="18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ачало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143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algn="ctr" defTabSz="914400">
              <a:lnSpc>
                <a:spcPct val="100000"/>
              </a:lnSpc>
              <a:buNone/>
            </a:pPr>
            <a:r>
              <a:rPr lang="ru-RU" sz="32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Алгоритм упрощения по дистрибутивности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/>
          </p:nvPr>
        </p:nvSpPr>
        <p:spPr>
          <a:xfrm>
            <a:off x="3960000" y="1845720"/>
            <a:ext cx="5040000" cy="463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Два правила: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Случай 1: (f1 * f3 + f2 * f3) → ((f1 + f2) * f3)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Случай 2: (f1 * f2 + f1 * f3) → (f1 * (f2 + f3))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Алгоритм: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1. Рекурсивный обход дерева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2. Если узел — сложение и оба поддерева — умножения: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   - Проверить совпадение частей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   - Создать новый упрощенный узел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3. Рекурсивно применить упрощение к новому узлу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17" name="Прямоугольник: скругленные углы 15"/>
          <p:cNvSpPr/>
          <p:nvPr/>
        </p:nvSpPr>
        <p:spPr>
          <a:xfrm>
            <a:off x="389880" y="1800000"/>
            <a:ext cx="3390120" cy="40752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Начало simplify_distributive() (рекурсивный обход) 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cxnSp>
        <p:nvCxnSpPr>
          <p:cNvPr id="318" name="Прямая со стрелкой 1"/>
          <p:cNvCxnSpPr>
            <a:stCxn id="317" idx="2"/>
            <a:endCxn id="319" idx="0"/>
          </p:cNvCxnSpPr>
          <p:nvPr/>
        </p:nvCxnSpPr>
        <p:spPr>
          <a:xfrm flipH="1">
            <a:off x="2070000" y="2207520"/>
            <a:ext cx="15480" cy="13284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sp>
        <p:nvSpPr>
          <p:cNvPr id="319" name="Прямоугольник: скругленные углы 17"/>
          <p:cNvSpPr/>
          <p:nvPr/>
        </p:nvSpPr>
        <p:spPr>
          <a:xfrm>
            <a:off x="360000" y="2340000"/>
            <a:ext cx="3420000" cy="3600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 anchorCtr="1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Узел — сложение (+) ? 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  <p:sp>
        <p:nvSpPr>
          <p:cNvPr id="320" name="Прямоугольник: скругленные углы 18"/>
          <p:cNvSpPr/>
          <p:nvPr/>
        </p:nvSpPr>
        <p:spPr>
          <a:xfrm>
            <a:off x="2217240" y="3483360"/>
            <a:ext cx="1922760" cy="65664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Проверить случаи: 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1. f1*f3 + f2*f3  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2. f1*f2 + f1*f3 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Прямоугольник: скругленные углы 19"/>
          <p:cNvSpPr/>
          <p:nvPr/>
        </p:nvSpPr>
        <p:spPr>
          <a:xfrm>
            <a:off x="2190240" y="4289760"/>
            <a:ext cx="1980000" cy="68472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Создать новый узел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(упрощенный)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Прямоугольник: скругленные углы 23"/>
          <p:cNvSpPr/>
          <p:nvPr/>
        </p:nvSpPr>
        <p:spPr>
          <a:xfrm>
            <a:off x="360000" y="2865240"/>
            <a:ext cx="555120" cy="37476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нет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Прямоугольник: скругленные углы 24"/>
          <p:cNvSpPr/>
          <p:nvPr/>
        </p:nvSpPr>
        <p:spPr>
          <a:xfrm>
            <a:off x="180000" y="3420000"/>
            <a:ext cx="1004400" cy="3348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Вернуть без изменений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24" name="Прямая со стрелкой 10"/>
          <p:cNvCxnSpPr>
            <a:stCxn id="320" idx="2"/>
            <a:endCxn id="321" idx="0"/>
          </p:cNvCxnSpPr>
          <p:nvPr/>
        </p:nvCxnSpPr>
        <p:spPr>
          <a:xfrm>
            <a:off x="3178800" y="4140000"/>
            <a:ext cx="1800" cy="15012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25" name="Прямая со стрелкой 27"/>
          <p:cNvCxnSpPr>
            <a:stCxn id="326" idx="2"/>
            <a:endCxn id="320" idx="0"/>
          </p:cNvCxnSpPr>
          <p:nvPr/>
        </p:nvCxnSpPr>
        <p:spPr>
          <a:xfrm>
            <a:off x="3142800" y="3240000"/>
            <a:ext cx="36360" cy="24372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27" name="Прямая со стрелкой 31"/>
          <p:cNvCxnSpPr>
            <a:stCxn id="322" idx="2"/>
            <a:endCxn id="323" idx="0"/>
          </p:cNvCxnSpPr>
          <p:nvPr/>
        </p:nvCxnSpPr>
        <p:spPr>
          <a:xfrm>
            <a:off x="637560" y="3240000"/>
            <a:ext cx="45000" cy="18036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28" name="Прямая со стрелкой 32"/>
          <p:cNvCxnSpPr>
            <a:stCxn id="319" idx="2"/>
            <a:endCxn id="322" idx="0"/>
          </p:cNvCxnSpPr>
          <p:nvPr/>
        </p:nvCxnSpPr>
        <p:spPr>
          <a:xfrm flipH="1">
            <a:off x="637560" y="2700000"/>
            <a:ext cx="1432800" cy="16560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cxnSp>
        <p:nvCxnSpPr>
          <p:cNvPr id="329" name="Прямая со стрелкой 33"/>
          <p:cNvCxnSpPr>
            <a:stCxn id="319" idx="2"/>
            <a:endCxn id="326" idx="0"/>
          </p:cNvCxnSpPr>
          <p:nvPr/>
        </p:nvCxnSpPr>
        <p:spPr>
          <a:xfrm>
            <a:off x="2070000" y="2700000"/>
            <a:ext cx="1073160" cy="16560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sp>
        <p:nvSpPr>
          <p:cNvPr id="326" name="Прямоугольник: скругленные углы 25"/>
          <p:cNvSpPr/>
          <p:nvPr/>
        </p:nvSpPr>
        <p:spPr>
          <a:xfrm flipH="1">
            <a:off x="2880000" y="2865240"/>
            <a:ext cx="524880" cy="37476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да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Прямоугольник: скругленные углы 26"/>
          <p:cNvSpPr/>
          <p:nvPr/>
        </p:nvSpPr>
        <p:spPr>
          <a:xfrm>
            <a:off x="2204640" y="5149800"/>
            <a:ext cx="1980000" cy="68472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05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Рекурсивно упростить новый узел</a:t>
            </a:r>
            <a:endParaRPr lang="ru-RU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31" name="Прямая со стрелкой 34"/>
          <p:cNvCxnSpPr>
            <a:stCxn id="321" idx="2"/>
            <a:endCxn id="330" idx="0"/>
          </p:cNvCxnSpPr>
          <p:nvPr/>
        </p:nvCxnSpPr>
        <p:spPr>
          <a:xfrm>
            <a:off x="3180240" y="4974480"/>
            <a:ext cx="14760" cy="17568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Демонстрация работы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33" name="PlaceHolder 2"/>
          <p:cNvSpPr>
            <a:spLocks noGrp="1"/>
          </p:cNvSpPr>
          <p:nvPr>
            <p:ph/>
          </p:nvPr>
        </p:nvSpPr>
        <p:spPr>
          <a:xfrm>
            <a:off x="628560" y="1851840"/>
            <a:ext cx="78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Ввод: (a * b + a * c)                  Упрощение: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Дерево:                             1. Видим сложение (+)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[+]                                 2. Оба поддерева — умножения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/    \                                3. Левые части равны (a == a)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[*]   [*]                              4. Применяем правило 2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/  \   /  \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  <a:ea typeface="Microsoft YaHei"/>
              </a:rPr>
              <a:t>     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a   b a   c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Результат: (a * (b + c))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pic>
        <p:nvPicPr>
          <p:cNvPr id="334" name=""/>
          <p:cNvPicPr/>
          <p:nvPr/>
        </p:nvPicPr>
        <p:blipFill>
          <a:blip r:embed="rId1"/>
          <a:stretch/>
        </p:blipFill>
        <p:spPr>
          <a:xfrm>
            <a:off x="3472200" y="4140000"/>
            <a:ext cx="4447800" cy="1242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5" name=""/>
          <p:cNvPicPr/>
          <p:nvPr/>
        </p:nvPicPr>
        <p:blipFill>
          <a:blip r:embed="rId2"/>
          <a:stretch/>
        </p:blipFill>
        <p:spPr>
          <a:xfrm>
            <a:off x="3472200" y="4140000"/>
            <a:ext cx="5155200" cy="1800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Тестирование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/>
          </p:nvPr>
        </p:nvSpPr>
        <p:spPr>
          <a:xfrm>
            <a:off x="628560" y="1851840"/>
            <a:ext cx="7886520" cy="4808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1.Базовые случаи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2.Многочлены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3.Унарный минус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4.Числа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5.Вложенные скобки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6.Обработка ошибок  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pic>
        <p:nvPicPr>
          <p:cNvPr id="338" name=""/>
          <p:cNvPicPr/>
          <p:nvPr/>
        </p:nvPicPr>
        <p:blipFill>
          <a:blip r:embed="rId1"/>
          <a:stretch/>
        </p:blipFill>
        <p:spPr>
          <a:xfrm>
            <a:off x="3221280" y="1800000"/>
            <a:ext cx="2718720" cy="68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39" name=""/>
          <p:cNvPicPr/>
          <p:nvPr/>
        </p:nvPicPr>
        <p:blipFill>
          <a:blip r:embed="rId2"/>
          <a:stretch/>
        </p:blipFill>
        <p:spPr>
          <a:xfrm>
            <a:off x="6120000" y="1800000"/>
            <a:ext cx="2809440" cy="647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0" name=""/>
          <p:cNvPicPr/>
          <p:nvPr/>
        </p:nvPicPr>
        <p:blipFill>
          <a:blip r:embed="rId3"/>
          <a:stretch/>
        </p:blipFill>
        <p:spPr>
          <a:xfrm>
            <a:off x="3240000" y="2520000"/>
            <a:ext cx="3700080" cy="671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1" name=""/>
          <p:cNvPicPr/>
          <p:nvPr/>
        </p:nvPicPr>
        <p:blipFill>
          <a:blip r:embed="rId4"/>
          <a:stretch/>
        </p:blipFill>
        <p:spPr>
          <a:xfrm>
            <a:off x="3240000" y="3246120"/>
            <a:ext cx="2242440" cy="713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2" name=""/>
          <p:cNvPicPr/>
          <p:nvPr/>
        </p:nvPicPr>
        <p:blipFill>
          <a:blip r:embed="rId5"/>
          <a:stretch/>
        </p:blipFill>
        <p:spPr>
          <a:xfrm>
            <a:off x="5940000" y="3274560"/>
            <a:ext cx="3190320" cy="6854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3" name=""/>
          <p:cNvPicPr/>
          <p:nvPr/>
        </p:nvPicPr>
        <p:blipFill>
          <a:blip r:embed="rId6"/>
          <a:stretch/>
        </p:blipFill>
        <p:spPr>
          <a:xfrm>
            <a:off x="3189960" y="4005000"/>
            <a:ext cx="2737800" cy="72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4" name=""/>
          <p:cNvPicPr/>
          <p:nvPr/>
        </p:nvPicPr>
        <p:blipFill>
          <a:blip r:embed="rId7"/>
          <a:stretch/>
        </p:blipFill>
        <p:spPr>
          <a:xfrm>
            <a:off x="6300000" y="3989880"/>
            <a:ext cx="2747520" cy="690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5" name=""/>
          <p:cNvPicPr/>
          <p:nvPr/>
        </p:nvPicPr>
        <p:blipFill>
          <a:blip r:embed="rId8"/>
          <a:stretch/>
        </p:blipFill>
        <p:spPr>
          <a:xfrm>
            <a:off x="3420000" y="4860000"/>
            <a:ext cx="2780640" cy="6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6" name=""/>
          <p:cNvPicPr/>
          <p:nvPr/>
        </p:nvPicPr>
        <p:blipFill>
          <a:blip r:embed="rId9"/>
          <a:stretch/>
        </p:blipFill>
        <p:spPr>
          <a:xfrm>
            <a:off x="6380640" y="4827960"/>
            <a:ext cx="2619360" cy="752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7" name=""/>
          <p:cNvPicPr/>
          <p:nvPr/>
        </p:nvPicPr>
        <p:blipFill>
          <a:blip r:embed="rId10"/>
          <a:stretch/>
        </p:blipFill>
        <p:spPr>
          <a:xfrm>
            <a:off x="3447000" y="5734800"/>
            <a:ext cx="2133000" cy="385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48" name=""/>
          <p:cNvPicPr/>
          <p:nvPr/>
        </p:nvPicPr>
        <p:blipFill>
          <a:blip r:embed="rId11"/>
          <a:stretch/>
        </p:blipFill>
        <p:spPr>
          <a:xfrm>
            <a:off x="5940000" y="5725080"/>
            <a:ext cx="2671200" cy="394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Архитектура программы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/>
          </p:nvPr>
        </p:nvSpPr>
        <p:spPr>
          <a:xfrm>
            <a:off x="573480" y="1845720"/>
            <a:ext cx="78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51" name="Прямоугольник: скругленные углы 2"/>
          <p:cNvSpPr/>
          <p:nvPr/>
        </p:nvSpPr>
        <p:spPr>
          <a:xfrm>
            <a:off x="1440000" y="2340000"/>
            <a:ext cx="2160000" cy="34200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Main20.py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Ввод формулы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Построение дерева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Упрощение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Вывод результата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cxnSp>
        <p:nvCxnSpPr>
          <p:cNvPr id="352" name="Прямая со стрелкой 3"/>
          <p:cNvCxnSpPr>
            <a:stCxn id="351" idx="3"/>
            <a:endCxn id="353" idx="1"/>
          </p:cNvCxnSpPr>
          <p:nvPr/>
        </p:nvCxnSpPr>
        <p:spPr>
          <a:xfrm>
            <a:off x="3600000" y="4050000"/>
            <a:ext cx="1620360" cy="360"/>
          </a:xfrm>
          <a:prstGeom prst="straightConnector1">
            <a:avLst/>
          </a:prstGeom>
          <a:ln>
            <a:solidFill>
              <a:srgbClr val="c62e3e"/>
            </a:solidFill>
            <a:tailEnd len="med" type="triangle" w="med"/>
          </a:ln>
        </p:spPr>
      </p:cxnSp>
      <p:sp>
        <p:nvSpPr>
          <p:cNvPr id="353" name="Прямоугольник: скругленные углы 4"/>
          <p:cNvSpPr/>
          <p:nvPr/>
        </p:nvSpPr>
        <p:spPr>
          <a:xfrm>
            <a:off x="5220000" y="2340000"/>
            <a:ext cx="2160000" cy="3420000"/>
          </a:xfrm>
          <a:prstGeom prst="roundRect">
            <a:avLst>
              <a:gd name="adj" fmla="val 16667"/>
            </a:avLst>
          </a:prstGeom>
          <a:solidFill>
            <a:srgbClr val="c62e3e"/>
          </a:solidFill>
          <a:ln>
            <a:solidFill>
              <a:srgbClr val="56141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Logic20.py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class Node         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tokenize()             parse_expression()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parse_term()       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parse_factor()   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build_tree()       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tree_to_string()   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457200">
              <a:lnSpc>
                <a:spcPct val="100000"/>
              </a:lnSpc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PermianSansTypeface"/>
              </a:rPr>
              <a:t> simplify_tree() </a:t>
            </a:r>
            <a:endParaRPr lang="ru-RU" sz="1600" b="0" u="none" strike="noStrike">
              <a:solidFill>
                <a:srgbClr val="ffffff"/>
              </a:solidFill>
              <a:effectLst/>
              <a:uFillTx/>
              <a:latin typeface="Liberation Mono;Courier New;DejaVu Sans Mono;Lucida Sans Typewriter"/>
              <a:ea typeface="Liberation Mono;Courier New;DejaVu Sans Mono;Lucida Sans Typewriter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628560" y="365040"/>
            <a:ext cx="788652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lang="ru-RU" sz="4400" b="0" u="none" strike="noStrike">
                <a:solidFill>
                  <a:schemeClr val="lt1"/>
                </a:solidFill>
                <a:effectLst/>
                <a:uFillTx/>
                <a:latin typeface="PermianSerifTypeface"/>
              </a:rPr>
              <a:t>Заключение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/>
          </p:nvPr>
        </p:nvSpPr>
        <p:spPr>
          <a:xfrm>
            <a:off x="628560" y="1851840"/>
            <a:ext cx="7886520" cy="4274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Реализовано: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Построение дерева из инфиксной записи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Поддержка чисел, переменных, скобок, унарного минуса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Упрощение по правилам дистрибутивности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Рекурсивное упрощение всего дерева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Обработка ошибок ввода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Без использования библиотек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Разделение на логические модули (main20.py, logic20.py)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PermianSansTypeface"/>
              </a:rPr>
              <a:t>Дружественный интерфейс</a:t>
            </a: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  <a:p>
            <a:pPr marL="432000" indent="0">
              <a:lnSpc>
                <a:spcPct val="90000"/>
              </a:lnSpc>
              <a:spcBef>
                <a:spcPts val="1417"/>
              </a:spcBef>
              <a:buNone/>
            </a:pPr>
            <a:endParaRPr lang="en-US" sz="2200" b="0" u="none" strike="noStrike">
              <a:solidFill>
                <a:schemeClr val="dk1"/>
              </a:solidFill>
              <a:effectLst/>
              <a:uFillTx/>
              <a:latin typeface="PermianSansTypeface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Другая 37">
      <a:dk1>
        <a:srgbClr val="000000"/>
      </a:dk1>
      <a:lt1>
        <a:srgbClr val="ffffff"/>
      </a:lt1>
      <a:dk2>
        <a:srgbClr val="595959"/>
      </a:dk2>
      <a:lt2>
        <a:srgbClr val="e7e6e6"/>
      </a:lt2>
      <a:accent1>
        <a:srgbClr val="c62e3e"/>
      </a:accent1>
      <a:accent2>
        <a:srgbClr val="ffc000"/>
      </a:accent2>
      <a:accent3>
        <a:srgbClr val="a5a5a5"/>
      </a:accent3>
      <a:accent4>
        <a:srgbClr val="7030a0"/>
      </a:accent4>
      <a:accent5>
        <a:srgbClr val="4dfe9d"/>
      </a:accent5>
      <a:accent6>
        <a:srgbClr val="046dd5"/>
      </a:accent6>
      <a:hlink>
        <a:srgbClr val="2992fa"/>
      </a:hlink>
      <a:folHlink>
        <a:srgbClr val="7030a0"/>
      </a:folHlink>
    </a:clrScheme>
    <a:fontScheme name="Другая 13">
      <a:majorFont>
        <a:latin typeface="PermianSerifTypeface" pitchFamily="0" charset="1"/>
        <a:ea typeface=""/>
        <a:cs typeface=""/>
      </a:majorFont>
      <a:minorFont>
        <a:latin typeface="PermianSansTypeface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821</TotalTime>
  <Application>LibreOffice/25.8.6.2$Windows_X86_64 LibreOffice_project/b4b39682cd9868fa725bc664aff94278d315bd04</Application>
  <AppVersion>15.0000</AppVersion>
  <Words>159</Words>
  <Paragraphs>13</Paragraphs>
  <Company>SPecialiST RePack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2020-05-17T17:29:28Z</dcterms:created>
  <dc:creator>Полина Масленникова</dc:creator>
  <dc:description/>
  <dc:language>ru-RU</dc:language>
  <cp:lastModifiedBy/>
  <dcterms:modified xsi:type="dcterms:W3CDTF">2026-06-24T03:22:49Z</dcterms:modified>
  <cp:revision>626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Экран (4:3)</vt:lpwstr>
  </property>
  <property fmtid="{D5CDD505-2E9C-101B-9397-08002B2CF9AE}" pid="3" name="Slides">
    <vt:i4>16</vt:i4>
  </property>
</Properties>
</file>